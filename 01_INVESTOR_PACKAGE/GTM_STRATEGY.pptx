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Go-To-Market Strategy — Anticloud FZ 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Anticloud FZ LLE · Dubai, UAE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0-1.gg · lois@0-1.gg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October 2026 · 2026-10-01T13:21:28Z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Layer 1 — Viral Content Engine (UGC, Short-Form, Influencer)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### YouTube Shorts / TikTok / Reels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The founder and team produce short-form content documenting the build in real time: benchmark runs, compliance scores, live deployments, cost comparisons. Format: "I ran this $0.08 inference on a T4 GPU — here's what GPT-4 would have charged." These are not polished brand videos. They are raw, technical, credible, and shareable. Target: 50–200 pieces of indexed short-form content per quarter.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Why this works for enterprise AI: The procurement lead at a regulated hospital system does not buy from a cold email. They buy from the vendor they have seen 14 times on LinkedIn before the RFP drops. Short-form creates the impression of ubiquity at near-zero cost.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UGC (User-Generated Content)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Design partner organizations document their own deployments. Researchers who benchmark PAX publish their own findings. The AIOSS chain hash appears in third-party posts because it is independently verifiable — external validation at zero cost. Each piece of external content citing Anticloud's numbers is a trust signal that an ad cannot replicate.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Wearable Swag and Physical Imprint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Anticloud merchandise at AI conferences, developer meetups, and university computer science departments creates physical-world impressions. The brand appears at RSA, GITEX Dubai, HIMSS, and Black Hat in the hands of developers and compliance leads — not on a $50K booth, but on the backs and wrists of people in the room. Imprint strategy: logo and chain hash on wearables to create curiosity-driven searches.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Influencer and Platform Automation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Targeted micro-influencer partnerships (5K–200K followers) in AI safety, enterprise infrastructure, and developer tooling verticals. Not celebrity endorsements — practitioners who post benchmark comparisons and deploy PAX themselves. Platform automation: scheduled distribution of research updates, compliance scores, and benchmark results to LinkedIn, X, HackerNews, and relevant subreddits via authenticated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Layer 2 — Memetics and Narrative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0D0C"/>
                </a:solidFill>
                <a:latin typeface="Calibri"/>
              </a:rPr>
              <a:t>Memetics is how the internet and the outside world perceive information through imprint and imitation. Anticloud's narrative is designed to replicate across contexts without dilution: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The cost meme: "$0.08 vs $60" is a number anyone can share and verify.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The audit chain meme: "every inference has a cryptographic fingerprint" is a claim no cloud AI can counter.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The founder story: 22-year-old, Dubai, sovereign AI — the founder profile is inherently distributable.</a:t>
            </a:r>
          </a:p>
          <a:p>
            <a:pPr lvl="1"/>
            <a:r>
              <a:rPr sz="1200" b="1">
                <a:solidFill>
                  <a:srgbClr val="0D0D0C"/>
                </a:solidFill>
                <a:latin typeface="Calibri"/>
              </a:rPr>
              <a:t>The benchmark meme: MITRE 100/100, TruthfulQA beating GPT-4 — independently verifiable claims that spread because they are true and surprising.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Narrative ownership means Anticloud's framing — sovereign intelligence, proprioceptive AI, nociception vs. proprioception — becomes the vocabulary the industry uses. Not because of a PR firm, but because the content is correct, citable, and arrives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Layer 3 — High-DA Publication and LLM Ingestion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### High-Domain-Authority Publishing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Anticloud research and benchmark results are published on sites with Domain Authority ≥ 70: Dev.to (50 articles already live), HackerNews, Medium, Towards Data Science, InfoQ, The Register. Each article contains: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Verified, independently auditable benchmark numbers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Chain hash for AIOSS verification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DOI links to Harvard Dataverse and Zenodo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Usability index markers: structured headers, cited sources, factual density ≥ 85%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Usability Index: Each published article is structured to score highly on LLM ingestion heuristics: factual claims are linked to primary sources, numerical claims include methodology, structured data appears in tables. This ensures that when frontier LLMs are trained or fine-tuned on web data, Anticloud's numbers — correctly attributed — are in the training set. SEO and SERP rankings reinforce discoverability for enterprise buyers searching "air-gap AI compliance" or "HIPAA AI deployment."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Academic and Research Repository Presence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ORCID, Harvard Dataverse, Zenodo, Figshare, OSF, Academia.edu, Internet Archive. Every benchmark run generates a citable, DOI-linked artifact. When a procurement officer, investor, or journalist fact-checks a claim, the chain leads back to independently verifiable primary sources — not a press release.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Press Syndication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Yahoo Finance and Business Insider syndication via AP wire format (PRESS_RELEASE_WIRE.txt, prepared October 2026). This creates high-DA backlinks, triggers Google News indexing, and establishes a timestamp of existence that supports prior art and IP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Layer 4 — Enterprise Sales Motion (Post-Inbound)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The first 5 paying enterprise customers come from inbound generated by Layers 1–3. The sales motion is: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1. Design partner engagement: 90-day pilot, waived or heavily discounted, in exchange for a publishable case study with real compliance metrics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2. Regulated vertical entry points: healthcare (HIPAA air-gap), finance (PCI-DSS audit chain), government (FedRAMP Moderate on-prem)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3. Champion-led expansion: one technical champion inside a regulated organization, given full deployment support, becomes the internal advocate for enterprise-wide rollout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4. Reference customer flywheel: each design partner case study generates 3–5 inbound inquiries from peer organizations in the same vertical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First 5 target customer profiles: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UAE government ministry or critical infrastructure body (domestic, data residency = mandatory)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Gulf regional hospital network (HIPAA-equivalent local regulation)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Regional bank or fintech operating under UAE CBUAE AI governance guidelines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European enterprise with EU AI Act high-risk system designation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US defense contractor or federal IT integrator (FedRAMP Moderate requirement)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Layer 5 — Sequoia / Non-Dilutive Amplification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The initialization round itself is a GTM event. The press release syndication, the LOI announcement, and the non-dilutive preferred structure create a narrative of institutional legitimacy that accelerates enterprise procurement decisions. Buyers want to know Anticloud will exist in 3 years. An announced institutional round is the fastest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Metrics and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Milestone | Target Timeline | Metric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Press syndication live | Month 1 | Yahoo Finance + Business Insider pickup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5 design partner LOIs | Month 3 | Signed design partner agreements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First paying customer | Month 6 | $18K–$150K ARR first contract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100K indexed content impressions | Month 6 | Across short-form platforms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5 paying enterprise customers | Month 18 | $500K–$2M ARR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Series A readiness | Month 24 | $3M+ ARR, 3 reference customers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Prepared by: Anticloud FZ LLE Internal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AIOSS chain hash: 8b4a8a4f6312dfbe885de8280716985637c163fd2a4b5590341d56db1cc4e560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