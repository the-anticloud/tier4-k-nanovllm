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K_NANOVLLM</a:t>
            </a:r>
          </a:p>
          <a:p>
            <a:r>
              <a:t>Tier: TIER_4_INFERENCE_AGENTS</a:t>
            </a:r>
          </a:p>
          <a:p>
            <a:r>
              <a:t>Identity: Upstream GeeeekExplorer/nano-vllm @ bb823b3e0698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GeeeekExplorer/nano-vllm |</a:t>
            </a:r>
          </a:p>
          <a:p>
            <a:r>
              <a:t>| Commit | bb823b3e06983d71485a8e1f23715ebd87d98ef8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0.44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K_NANOVLLM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